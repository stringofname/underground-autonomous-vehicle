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196" r:id="rId3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665" userDrawn="1">
          <p15:clr>
            <a:srgbClr val="A4A3A4"/>
          </p15:clr>
        </p15:guide>
        <p15:guide id="4" pos="7015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  <p15:guide id="6" orient="horz" pos="3612" userDrawn="1">
          <p15:clr>
            <a:srgbClr val="A4A3A4"/>
          </p15:clr>
        </p15:guide>
        <p15:guide id="7" orient="horz" pos="2795" userDrawn="1">
          <p15:clr>
            <a:srgbClr val="A4A3A4"/>
          </p15:clr>
        </p15:guide>
        <p15:guide id="8" pos="302" userDrawn="1">
          <p15:clr>
            <a:srgbClr val="A4A3A4"/>
          </p15:clr>
        </p15:guide>
        <p15:guide id="9" pos="7354" userDrawn="1">
          <p15:clr>
            <a:srgbClr val="A4A3A4"/>
          </p15:clr>
        </p15:guide>
        <p15:guide id="10" orient="horz" pos="3161" userDrawn="1">
          <p15:clr>
            <a:srgbClr val="A4A3A4"/>
          </p15:clr>
        </p15:guide>
        <p15:guide id="11" pos="1527" userDrawn="1">
          <p15:clr>
            <a:srgbClr val="A4A3A4"/>
          </p15:clr>
        </p15:guide>
        <p15:guide id="12" pos="5982" userDrawn="1">
          <p15:clr>
            <a:srgbClr val="A4A3A4"/>
          </p15:clr>
        </p15:guide>
        <p15:guide id="13" pos="483" userDrawn="1">
          <p15:clr>
            <a:srgbClr val="A4A3A4"/>
          </p15:clr>
        </p15:guide>
        <p15:guide id="14" orient="horz" pos="1979" userDrawn="1">
          <p15:clr>
            <a:srgbClr val="A4A3A4"/>
          </p15:clr>
        </p15:guide>
        <p15:guide id="15" orient="horz" pos="2387" userDrawn="1">
          <p15:clr>
            <a:srgbClr val="A4A3A4"/>
          </p15:clr>
        </p15:guide>
        <p15:guide id="16" orient="horz" pos="37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8FF"/>
    <a:srgbClr val="003997"/>
    <a:srgbClr val="70AD47"/>
    <a:srgbClr val="FFFFCC"/>
    <a:srgbClr val="FFCC99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246" autoAdjust="0"/>
    <p:restoredTop sz="77854" autoAdjust="0"/>
  </p:normalViewPr>
  <p:slideViewPr>
    <p:cSldViewPr snapToGrid="0" showGuides="1">
      <p:cViewPr>
        <p:scale>
          <a:sx n="66" d="100"/>
          <a:sy n="66" d="100"/>
        </p:scale>
        <p:origin x="-1291" y="-125"/>
      </p:cViewPr>
      <p:guideLst>
        <p:guide orient="horz" pos="2160"/>
        <p:guide pos="3840"/>
        <p:guide pos="665"/>
        <p:guide pos="7015"/>
        <p:guide orient="horz" pos="709"/>
        <p:guide orient="horz" pos="3612"/>
        <p:guide orient="horz" pos="2795"/>
        <p:guide pos="302"/>
        <p:guide pos="7354"/>
        <p:guide orient="horz" pos="3161"/>
        <p:guide pos="1527"/>
        <p:guide pos="5982"/>
        <p:guide pos="483"/>
        <p:guide orient="horz" pos="1979"/>
        <p:guide orient="horz" pos="2387"/>
        <p:guide orient="horz" pos="37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5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7381C4-8F4A-4BD6-BF9F-A2D240BCD1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ECF62-8A53-4888-A5E1-4DC1F4D3E1F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E7D448-A9C0-4601-AD48-C98D26F40FD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4" Type="http://schemas.microsoft.com/office/2007/relationships/hdphoto" Target="../media/image6.jpeg"/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3E34-AAAF-41E9-B614-2C5BDD36D50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DD25-454E-4F99-B1D0-E14FC71A79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783205"/>
            <a:ext cx="12192000" cy="119026"/>
            <a:chOff x="0" y="760201"/>
            <a:chExt cx="12192000" cy="95220"/>
          </a:xfrm>
        </p:grpSpPr>
        <p:sp>
          <p:nvSpPr>
            <p:cNvPr id="8" name="矩形 7"/>
            <p:cNvSpPr/>
            <p:nvPr userDrawn="1"/>
          </p:nvSpPr>
          <p:spPr>
            <a:xfrm>
              <a:off x="0" y="760205"/>
              <a:ext cx="12192000" cy="72000"/>
            </a:xfrm>
            <a:prstGeom prst="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  <a:gs pos="54000">
                  <a:schemeClr val="accent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/>
            <p:cNvGrpSpPr/>
            <p:nvPr userDrawn="1"/>
          </p:nvGrpSpPr>
          <p:grpSpPr>
            <a:xfrm>
              <a:off x="0" y="760201"/>
              <a:ext cx="4327684" cy="95220"/>
              <a:chOff x="0" y="807295"/>
              <a:chExt cx="4327684" cy="136918"/>
            </a:xfrm>
          </p:grpSpPr>
          <p:sp>
            <p:nvSpPr>
              <p:cNvPr id="10" name="矩形 9"/>
              <p:cNvSpPr/>
              <p:nvPr userDrawn="1"/>
            </p:nvSpPr>
            <p:spPr>
              <a:xfrm>
                <a:off x="45244" y="807295"/>
                <a:ext cx="4282440" cy="103527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accent3">
                      <a:lumMod val="60000"/>
                      <a:lumOff val="40000"/>
                      <a:alpha val="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1" name="组合 10"/>
              <p:cNvGrpSpPr/>
              <p:nvPr userDrawn="1"/>
            </p:nvGrpSpPr>
            <p:grpSpPr>
              <a:xfrm>
                <a:off x="0" y="840685"/>
                <a:ext cx="1115705" cy="103528"/>
                <a:chOff x="0" y="812109"/>
                <a:chExt cx="1665181" cy="154515"/>
              </a:xfrm>
            </p:grpSpPr>
            <p:sp>
              <p:nvSpPr>
                <p:cNvPr id="12" name="任意多边形: 形状 11"/>
                <p:cNvSpPr/>
                <p:nvPr/>
              </p:nvSpPr>
              <p:spPr>
                <a:xfrm>
                  <a:off x="0" y="812109"/>
                  <a:ext cx="1553619" cy="154515"/>
                </a:xfrm>
                <a:custGeom>
                  <a:avLst/>
                  <a:gdLst>
                    <a:gd name="connsiteX0" fmla="*/ 0 w 1553618"/>
                    <a:gd name="connsiteY0" fmla="*/ 0 h 154515"/>
                    <a:gd name="connsiteX1" fmla="*/ 1553618 w 1553618"/>
                    <a:gd name="connsiteY1" fmla="*/ 0 h 154515"/>
                    <a:gd name="connsiteX2" fmla="*/ 1476789 w 1553618"/>
                    <a:gd name="connsiteY2" fmla="*/ 154515 h 154515"/>
                    <a:gd name="connsiteX3" fmla="*/ 0 w 1553618"/>
                    <a:gd name="connsiteY3" fmla="*/ 154515 h 154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53618" h="154515">
                      <a:moveTo>
                        <a:pt x="0" y="0"/>
                      </a:moveTo>
                      <a:lnTo>
                        <a:pt x="1553618" y="0"/>
                      </a:lnTo>
                      <a:lnTo>
                        <a:pt x="1476789" y="154515"/>
                      </a:lnTo>
                      <a:lnTo>
                        <a:pt x="0" y="154515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" name="任意多边形: 形状 12"/>
                <p:cNvSpPr/>
                <p:nvPr/>
              </p:nvSpPr>
              <p:spPr>
                <a:xfrm>
                  <a:off x="1474278" y="812109"/>
                  <a:ext cx="190903" cy="154515"/>
                </a:xfrm>
                <a:custGeom>
                  <a:avLst/>
                  <a:gdLst>
                    <a:gd name="connsiteX0" fmla="*/ 75010 w 190904"/>
                    <a:gd name="connsiteY0" fmla="*/ 0 h 154515"/>
                    <a:gd name="connsiteX1" fmla="*/ 113110 w 190904"/>
                    <a:gd name="connsiteY1" fmla="*/ 0 h 154515"/>
                    <a:gd name="connsiteX2" fmla="*/ 121848 w 190904"/>
                    <a:gd name="connsiteY2" fmla="*/ 0 h 154515"/>
                    <a:gd name="connsiteX3" fmla="*/ 144066 w 190904"/>
                    <a:gd name="connsiteY3" fmla="*/ 0 h 154515"/>
                    <a:gd name="connsiteX4" fmla="*/ 159948 w 190904"/>
                    <a:gd name="connsiteY4" fmla="*/ 0 h 154515"/>
                    <a:gd name="connsiteX5" fmla="*/ 190904 w 190904"/>
                    <a:gd name="connsiteY5" fmla="*/ 0 h 154515"/>
                    <a:gd name="connsiteX6" fmla="*/ 115894 w 190904"/>
                    <a:gd name="connsiteY6" fmla="*/ 154515 h 154515"/>
                    <a:gd name="connsiteX7" fmla="*/ 84938 w 190904"/>
                    <a:gd name="connsiteY7" fmla="*/ 154515 h 154515"/>
                    <a:gd name="connsiteX8" fmla="*/ 69056 w 190904"/>
                    <a:gd name="connsiteY8" fmla="*/ 154515 h 154515"/>
                    <a:gd name="connsiteX9" fmla="*/ 46838 w 190904"/>
                    <a:gd name="connsiteY9" fmla="*/ 154515 h 154515"/>
                    <a:gd name="connsiteX10" fmla="*/ 38100 w 190904"/>
                    <a:gd name="connsiteY10" fmla="*/ 154515 h 154515"/>
                    <a:gd name="connsiteX11" fmla="*/ 0 w 190904"/>
                    <a:gd name="connsiteY11" fmla="*/ 154515 h 154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0904" h="154515">
                      <a:moveTo>
                        <a:pt x="75010" y="0"/>
                      </a:moveTo>
                      <a:lnTo>
                        <a:pt x="113110" y="0"/>
                      </a:lnTo>
                      <a:lnTo>
                        <a:pt x="121848" y="0"/>
                      </a:lnTo>
                      <a:lnTo>
                        <a:pt x="144066" y="0"/>
                      </a:lnTo>
                      <a:lnTo>
                        <a:pt x="159948" y="0"/>
                      </a:lnTo>
                      <a:lnTo>
                        <a:pt x="190904" y="0"/>
                      </a:lnTo>
                      <a:lnTo>
                        <a:pt x="115894" y="154515"/>
                      </a:lnTo>
                      <a:lnTo>
                        <a:pt x="84938" y="154515"/>
                      </a:lnTo>
                      <a:lnTo>
                        <a:pt x="69056" y="154515"/>
                      </a:lnTo>
                      <a:lnTo>
                        <a:pt x="46838" y="154515"/>
                      </a:lnTo>
                      <a:lnTo>
                        <a:pt x="38100" y="154515"/>
                      </a:lnTo>
                      <a:lnTo>
                        <a:pt x="0" y="154515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sp>
        <p:nvSpPr>
          <p:cNvPr id="14" name="矩形 13"/>
          <p:cNvSpPr/>
          <p:nvPr userDrawn="1"/>
        </p:nvSpPr>
        <p:spPr>
          <a:xfrm>
            <a:off x="0" y="1"/>
            <a:ext cx="12192000" cy="812922"/>
          </a:xfrm>
          <a:prstGeom prst="rect">
            <a:avLst/>
          </a:prstGeom>
          <a:gradFill flip="none" rotWithShape="1">
            <a:gsLst>
              <a:gs pos="0">
                <a:srgbClr val="D1D1D1"/>
              </a:gs>
              <a:gs pos="100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5" name="灯片编号占位符 5"/>
          <p:cNvSpPr txBox="1"/>
          <p:nvPr userDrawn="1"/>
        </p:nvSpPr>
        <p:spPr>
          <a:xfrm>
            <a:off x="10967453" y="6481529"/>
            <a:ext cx="1056117" cy="221149"/>
          </a:xfrm>
          <a:prstGeom prst="rect">
            <a:avLst/>
          </a:prstGeom>
        </p:spPr>
        <p:txBody>
          <a:bodyPr vert="horz" lIns="91454" tIns="45726" rIns="91454" bIns="45726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4010D0-DAA0-412C-BF4F-BE170250B68F}" type="slidenum">
              <a:rPr lang="zh-CN" altLang="en-US" b="0" smtClean="0">
                <a:solidFill>
                  <a:schemeClr val="tx1"/>
                </a:solidFill>
                <a:latin typeface="+mn-lt"/>
              </a:rPr>
            </a:fld>
            <a:endParaRPr lang="zh-CN" altLang="en-US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987795" y="181636"/>
            <a:ext cx="10406115" cy="523220"/>
          </a:xfrm>
        </p:spPr>
        <p:txBody>
          <a:bodyPr wrap="square" anchor="ctr">
            <a:spAutoFit/>
          </a:bodyPr>
          <a:lstStyle>
            <a:lvl1pPr algn="l">
              <a:lnSpc>
                <a:spcPct val="100000"/>
              </a:lnSpc>
              <a:defRPr sz="2800" b="1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02" r="23524"/>
          <a:stretch>
            <a:fillRect/>
          </a:stretch>
        </p:blipFill>
        <p:spPr>
          <a:xfrm>
            <a:off x="1" y="0"/>
            <a:ext cx="2981324" cy="6858000"/>
          </a:xfrm>
          <a:prstGeom prst="rect">
            <a:avLst/>
          </a:prstGeom>
        </p:spPr>
      </p:pic>
      <p:sp>
        <p:nvSpPr>
          <p:cNvPr id="8" name="矩形: 圆角 7"/>
          <p:cNvSpPr/>
          <p:nvPr userDrawn="1"/>
        </p:nvSpPr>
        <p:spPr>
          <a:xfrm flipV="1">
            <a:off x="1" y="0"/>
            <a:ext cx="2981325" cy="6858000"/>
          </a:xfrm>
          <a:prstGeom prst="roundRect">
            <a:avLst>
              <a:gd name="adj" fmla="val 0"/>
            </a:avLst>
          </a:prstGeom>
          <a:solidFill>
            <a:schemeClr val="accent1"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04876" y="1614488"/>
            <a:ext cx="1266825" cy="362902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 userDrawn="1"/>
        </p:nvSpPr>
        <p:spPr>
          <a:xfrm>
            <a:off x="1202532" y="1905506"/>
            <a:ext cx="67151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solidFill>
                  <a:schemeClr val="bg1"/>
                </a:solidFill>
              </a:rPr>
              <a:t>汇报内容</a:t>
            </a:r>
            <a:endParaRPr lang="zh-CN" altLang="en-US" sz="4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02" r="23524"/>
          <a:stretch>
            <a:fillRect/>
          </a:stretch>
        </p:blipFill>
        <p:spPr>
          <a:xfrm>
            <a:off x="1" y="0"/>
            <a:ext cx="2981324" cy="6858000"/>
          </a:xfrm>
          <a:prstGeom prst="rect">
            <a:avLst/>
          </a:prstGeom>
        </p:spPr>
      </p:pic>
      <p:sp>
        <p:nvSpPr>
          <p:cNvPr id="8" name="矩形: 圆角 7"/>
          <p:cNvSpPr/>
          <p:nvPr userDrawn="1"/>
        </p:nvSpPr>
        <p:spPr>
          <a:xfrm flipV="1">
            <a:off x="1" y="0"/>
            <a:ext cx="2981325" cy="6858000"/>
          </a:xfrm>
          <a:prstGeom prst="roundRect">
            <a:avLst>
              <a:gd name="adj" fmla="val 0"/>
            </a:avLst>
          </a:prstGeom>
          <a:solidFill>
            <a:schemeClr val="accent1"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04876" y="1614488"/>
            <a:ext cx="1266825" cy="362902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4083096" y="982614"/>
            <a:ext cx="7078093" cy="5232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10800000" scaled="1"/>
            <a:tileRect/>
          </a:gradFill>
          <a:ln>
            <a:gradFill flip="none" rotWithShape="1">
              <a:gsLst>
                <a:gs pos="3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R="0" lvl="0" indent="1809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A98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“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3A98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111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A98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基地”建设总体情况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3A98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886200" y="982614"/>
            <a:ext cx="522000" cy="523220"/>
          </a:xfrm>
          <a:prstGeom prst="ellipse">
            <a:avLst/>
          </a:prstGeom>
          <a:gradFill flip="none" rotWithShape="1">
            <a:gsLst>
              <a:gs pos="61000">
                <a:schemeClr val="accent1"/>
              </a:gs>
              <a:gs pos="22000">
                <a:schemeClr val="accent1">
                  <a:lumMod val="60000"/>
                  <a:lumOff val="40000"/>
                </a:schemeClr>
              </a:gs>
              <a:gs pos="99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476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kern="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一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: 圆角 13"/>
          <p:cNvSpPr/>
          <p:nvPr userDrawn="1"/>
        </p:nvSpPr>
        <p:spPr>
          <a:xfrm>
            <a:off x="4083096" y="1870288"/>
            <a:ext cx="7078094" cy="5232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10800000" scaled="1"/>
            <a:tileRect/>
          </a:gradFill>
          <a:ln>
            <a:gradFill flip="none" rotWithShape="1">
              <a:gsLst>
                <a:gs pos="3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R="0" lvl="0" indent="3619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A98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学科建设水平与人才培养质量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3A98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5" name="椭圆 14"/>
          <p:cNvSpPr/>
          <p:nvPr userDrawn="1"/>
        </p:nvSpPr>
        <p:spPr>
          <a:xfrm>
            <a:off x="3886200" y="1870288"/>
            <a:ext cx="522000" cy="523220"/>
          </a:xfrm>
          <a:prstGeom prst="ellipse">
            <a:avLst/>
          </a:prstGeom>
          <a:gradFill flip="none" rotWithShape="1">
            <a:gsLst>
              <a:gs pos="61000">
                <a:schemeClr val="accent1"/>
              </a:gs>
              <a:gs pos="22000">
                <a:schemeClr val="accent1">
                  <a:lumMod val="60000"/>
                  <a:lumOff val="40000"/>
                </a:schemeClr>
              </a:gs>
              <a:gs pos="99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476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kern="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二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: 圆角 16"/>
          <p:cNvSpPr/>
          <p:nvPr userDrawn="1"/>
        </p:nvSpPr>
        <p:spPr>
          <a:xfrm>
            <a:off x="4094272" y="2757962"/>
            <a:ext cx="7066918" cy="5232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10800000" scaled="1"/>
            <a:tileRect/>
          </a:gradFill>
          <a:ln>
            <a:gradFill flip="none" rotWithShape="1">
              <a:gsLst>
                <a:gs pos="3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R="0" lvl="0" indent="3619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A98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国际化人才队伍建设与青年人才引进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3A98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椭圆 17"/>
          <p:cNvSpPr/>
          <p:nvPr userDrawn="1"/>
        </p:nvSpPr>
        <p:spPr>
          <a:xfrm>
            <a:off x="3886200" y="2757962"/>
            <a:ext cx="522000" cy="523220"/>
          </a:xfrm>
          <a:prstGeom prst="ellipse">
            <a:avLst/>
          </a:prstGeom>
          <a:gradFill flip="none" rotWithShape="1">
            <a:gsLst>
              <a:gs pos="61000">
                <a:schemeClr val="accent1"/>
              </a:gs>
              <a:gs pos="22000">
                <a:schemeClr val="accent1">
                  <a:lumMod val="60000"/>
                  <a:lumOff val="40000"/>
                </a:schemeClr>
              </a:gs>
              <a:gs pos="99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476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kern="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: 圆角 19"/>
          <p:cNvSpPr/>
          <p:nvPr userDrawn="1"/>
        </p:nvSpPr>
        <p:spPr>
          <a:xfrm>
            <a:off x="4105234" y="3645636"/>
            <a:ext cx="7055956" cy="5232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10800000" scaled="1"/>
            <a:tileRect/>
          </a:gradFill>
          <a:ln>
            <a:gradFill flip="none" rotWithShape="1">
              <a:gsLst>
                <a:gs pos="3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R="0" lvl="0" indent="3619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A98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合作研究与协同创新水平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3A98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1" name="椭圆 20"/>
          <p:cNvSpPr/>
          <p:nvPr userDrawn="1"/>
        </p:nvSpPr>
        <p:spPr>
          <a:xfrm>
            <a:off x="3886200" y="3645636"/>
            <a:ext cx="522000" cy="523220"/>
          </a:xfrm>
          <a:prstGeom prst="ellipse">
            <a:avLst/>
          </a:prstGeom>
          <a:gradFill flip="none" rotWithShape="1">
            <a:gsLst>
              <a:gs pos="61000">
                <a:schemeClr val="accent1"/>
              </a:gs>
              <a:gs pos="22000">
                <a:schemeClr val="accent1">
                  <a:lumMod val="60000"/>
                  <a:lumOff val="40000"/>
                </a:schemeClr>
              </a:gs>
              <a:gs pos="99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476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kern="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四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矩形: 圆角 22"/>
          <p:cNvSpPr/>
          <p:nvPr userDrawn="1"/>
        </p:nvSpPr>
        <p:spPr>
          <a:xfrm>
            <a:off x="4094272" y="4533310"/>
            <a:ext cx="7066918" cy="5232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10800000" scaled="1"/>
            <a:tileRect/>
          </a:gradFill>
          <a:ln>
            <a:gradFill flip="none" rotWithShape="1">
              <a:gsLst>
                <a:gs pos="3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R="0" lvl="0" indent="3619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A98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基地管理运行与开放共享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3A98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4" name="椭圆 23"/>
          <p:cNvSpPr/>
          <p:nvPr userDrawn="1"/>
        </p:nvSpPr>
        <p:spPr>
          <a:xfrm>
            <a:off x="3886200" y="4533310"/>
            <a:ext cx="522000" cy="523220"/>
          </a:xfrm>
          <a:prstGeom prst="ellipse">
            <a:avLst/>
          </a:prstGeom>
          <a:gradFill flip="none" rotWithShape="1">
            <a:gsLst>
              <a:gs pos="61000">
                <a:schemeClr val="accent1"/>
              </a:gs>
              <a:gs pos="22000">
                <a:schemeClr val="accent1">
                  <a:lumMod val="60000"/>
                  <a:lumOff val="40000"/>
                </a:schemeClr>
              </a:gs>
              <a:gs pos="99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476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kern="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五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矩形: 圆角 25"/>
          <p:cNvSpPr/>
          <p:nvPr userDrawn="1"/>
        </p:nvSpPr>
        <p:spPr>
          <a:xfrm>
            <a:off x="4094273" y="5420986"/>
            <a:ext cx="7066917" cy="5232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10800000" scaled="1"/>
            <a:tileRect/>
          </a:gradFill>
          <a:ln>
            <a:gradFill flip="none" rotWithShape="1">
              <a:gsLst>
                <a:gs pos="3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R="0" lvl="0" indent="3619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A98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基地下一步发展规划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3A98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7" name="椭圆 26"/>
          <p:cNvSpPr/>
          <p:nvPr userDrawn="1"/>
        </p:nvSpPr>
        <p:spPr>
          <a:xfrm>
            <a:off x="3886200" y="5420986"/>
            <a:ext cx="522000" cy="523220"/>
          </a:xfrm>
          <a:prstGeom prst="ellipse">
            <a:avLst/>
          </a:prstGeom>
          <a:gradFill flip="none" rotWithShape="1">
            <a:gsLst>
              <a:gs pos="61000">
                <a:schemeClr val="accent1"/>
              </a:gs>
              <a:gs pos="22000">
                <a:schemeClr val="accent1">
                  <a:lumMod val="60000"/>
                  <a:lumOff val="40000"/>
                </a:schemeClr>
              </a:gs>
              <a:gs pos="99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476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kern="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六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文本框 27"/>
          <p:cNvSpPr txBox="1"/>
          <p:nvPr userDrawn="1"/>
        </p:nvSpPr>
        <p:spPr>
          <a:xfrm>
            <a:off x="1202532" y="1905506"/>
            <a:ext cx="67151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solidFill>
                  <a:schemeClr val="bg1"/>
                </a:solidFill>
              </a:rPr>
              <a:t>汇报内容</a:t>
            </a:r>
            <a:endParaRPr lang="zh-CN" altLang="en-US" sz="4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A4981-A67D-42DC-864F-2370E3185979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DD25-454E-4F99-B1D0-E14FC71A79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DCF92-871F-448E-9248-2841E927CC65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DD25-454E-4F99-B1D0-E14FC71A79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12546-C206-4FB3-90F2-D2E325C1E482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DD25-454E-4F99-B1D0-E14FC71A79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2B5BF-81F0-4DF0-BF5F-37A10DD2DF3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DD25-454E-4F99-B1D0-E14FC71A79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AEDE-1549-4D8A-9E79-9697AC34C3F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DD25-454E-4F99-B1D0-E14FC71A79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12D5-EAEA-44CD-A3EC-B08D12400D24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DD25-454E-4F99-B1D0-E14FC71A79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A29F1-5317-4F50-854C-9CAE2AD2864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DD25-454E-4F99-B1D0-E14FC71A79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4139-C93B-4EC3-B2CF-665E0DC9610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DD25-454E-4F99-B1D0-E14FC71A79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707385"/>
            <a:ext cx="12192000" cy="49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文本占位符 1081"/>
          <p:cNvSpPr>
            <a:spLocks noGrp="1"/>
          </p:cNvSpPr>
          <p:nvPr>
            <p:ph type="body" sz="quarter" idx="10"/>
          </p:nvPr>
        </p:nvSpPr>
        <p:spPr>
          <a:xfrm>
            <a:off x="1060605" y="216081"/>
            <a:ext cx="8229600" cy="5699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b="1"/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46709" y="-1"/>
            <a:ext cx="10210576" cy="928685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在这里填，求不弄乱样式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46709" y="1227147"/>
            <a:ext cx="11199741" cy="523220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marL="360045" indent="-360045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anose="05000000000000000000" pitchFamily="2" charset="2"/>
              <a:buChar char="Ø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47811" y="633899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2000">
                <a:solidFill>
                  <a:srgbClr val="0B512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E334DFF-A8DE-B148-81B1-4F37B46AC470}" type="slidenum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15" name="内容占位符 2"/>
          <p:cNvSpPr>
            <a:spLocks noGrp="1"/>
          </p:cNvSpPr>
          <p:nvPr>
            <p:ph idx="13" hasCustomPrompt="1"/>
          </p:nvPr>
        </p:nvSpPr>
        <p:spPr>
          <a:xfrm>
            <a:off x="697230" y="1942078"/>
            <a:ext cx="4354455" cy="581057"/>
          </a:xfrm>
          <a:prstGeom prst="rect">
            <a:avLst/>
          </a:prstGeom>
        </p:spPr>
        <p:txBody>
          <a:bodyPr wrap="square" lIns="90000" anchor="t" anchorCtr="0">
            <a:spAutoFit/>
          </a:bodyPr>
          <a:lstStyle>
            <a:lvl1pPr marL="360045" indent="-360045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anose="05000000000000000000" pitchFamily="2" charset="2"/>
              <a:buChar char="Ø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  <a:endParaRPr kumimoji="1"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2788920" y="23552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191344" y="6356350"/>
            <a:ext cx="3390056" cy="365125"/>
          </a:xfrm>
          <a:prstGeom prst="rect">
            <a:avLst/>
          </a:prstGeom>
        </p:spPr>
        <p:txBody>
          <a:bodyPr/>
          <a:lstStyle/>
          <a:p>
            <a:fld id="{0D7DB13B-A98C-4216-AD36-7C0E0C9139DB}" type="datetime1">
              <a:rPr lang="en-US" altLang="zh-CN" smtClean="0"/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649688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757" y="1053000"/>
            <a:ext cx="11835899" cy="5303349"/>
          </a:xfrm>
          <a:prstGeom prst="rect">
            <a:avLst/>
          </a:prstGeom>
        </p:spPr>
        <p:txBody>
          <a:bodyPr/>
          <a:lstStyle>
            <a:lvl1pPr marL="360680" indent="-360680"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4757" y="6356350"/>
            <a:ext cx="11259836" cy="365124"/>
          </a:xfrm>
        </p:spPr>
        <p:txBody>
          <a:bodyPr anchor="b">
            <a:norm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757" y="1053000"/>
            <a:ext cx="11835899" cy="5303349"/>
          </a:xfrm>
          <a:prstGeom prst="rect">
            <a:avLst/>
          </a:prstGeom>
        </p:spPr>
        <p:txBody>
          <a:bodyPr/>
          <a:lstStyle>
            <a:lvl1pPr marL="360680" indent="-360680"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4757" y="6356350"/>
            <a:ext cx="11259836" cy="365124"/>
          </a:xfrm>
        </p:spPr>
        <p:txBody>
          <a:bodyPr anchor="b">
            <a:norm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757" y="1053000"/>
            <a:ext cx="11835899" cy="5303349"/>
          </a:xfrm>
          <a:prstGeom prst="rect">
            <a:avLst/>
          </a:prstGeom>
        </p:spPr>
        <p:txBody>
          <a:bodyPr/>
          <a:lstStyle>
            <a:lvl1pPr marL="360680" indent="-360680"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4757" y="6356350"/>
            <a:ext cx="11259836" cy="365124"/>
          </a:xfrm>
        </p:spPr>
        <p:txBody>
          <a:bodyPr anchor="b">
            <a:norm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757" y="1053000"/>
            <a:ext cx="11835899" cy="5303349"/>
          </a:xfrm>
          <a:prstGeom prst="rect">
            <a:avLst/>
          </a:prstGeom>
        </p:spPr>
        <p:txBody>
          <a:bodyPr/>
          <a:lstStyle>
            <a:lvl1pPr marL="360680" indent="-360680"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4757" y="6356350"/>
            <a:ext cx="11259836" cy="365124"/>
          </a:xfrm>
        </p:spPr>
        <p:txBody>
          <a:bodyPr anchor="b">
            <a:norm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757" y="1053000"/>
            <a:ext cx="11835899" cy="5303349"/>
          </a:xfrm>
          <a:prstGeom prst="rect">
            <a:avLst/>
          </a:prstGeom>
        </p:spPr>
        <p:txBody>
          <a:bodyPr/>
          <a:lstStyle>
            <a:lvl1pPr marL="360680" indent="-360680"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4757" y="6356350"/>
            <a:ext cx="11259836" cy="365124"/>
          </a:xfrm>
        </p:spPr>
        <p:txBody>
          <a:bodyPr anchor="b">
            <a:norm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757" y="1053000"/>
            <a:ext cx="11835899" cy="5303349"/>
          </a:xfrm>
          <a:prstGeom prst="rect">
            <a:avLst/>
          </a:prstGeom>
        </p:spPr>
        <p:txBody>
          <a:bodyPr/>
          <a:lstStyle>
            <a:lvl1pPr marL="360680" indent="-360680"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4757" y="6356350"/>
            <a:ext cx="11259836" cy="365124"/>
          </a:xfrm>
        </p:spPr>
        <p:txBody>
          <a:bodyPr anchor="b">
            <a:norm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757" y="1053000"/>
            <a:ext cx="11835899" cy="5303349"/>
          </a:xfrm>
          <a:prstGeom prst="rect">
            <a:avLst/>
          </a:prstGeom>
        </p:spPr>
        <p:txBody>
          <a:bodyPr/>
          <a:lstStyle>
            <a:lvl1pPr marL="360680" indent="-360680"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4757" y="6356350"/>
            <a:ext cx="11259836" cy="365124"/>
          </a:xfrm>
        </p:spPr>
        <p:txBody>
          <a:bodyPr anchor="b">
            <a:norm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757" y="1053000"/>
            <a:ext cx="11835899" cy="5303349"/>
          </a:xfrm>
          <a:prstGeom prst="rect">
            <a:avLst/>
          </a:prstGeom>
        </p:spPr>
        <p:txBody>
          <a:bodyPr/>
          <a:lstStyle>
            <a:lvl1pPr marL="360680" indent="-360680"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4757" y="6356350"/>
            <a:ext cx="11259836" cy="365124"/>
          </a:xfrm>
        </p:spPr>
        <p:txBody>
          <a:bodyPr anchor="b">
            <a:norm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757" y="1053000"/>
            <a:ext cx="11835899" cy="5303349"/>
          </a:xfrm>
          <a:prstGeom prst="rect">
            <a:avLst/>
          </a:prstGeom>
        </p:spPr>
        <p:txBody>
          <a:bodyPr/>
          <a:lstStyle>
            <a:lvl1pPr marL="360680" indent="-360680"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4757" y="6356350"/>
            <a:ext cx="11259836" cy="365124"/>
          </a:xfrm>
        </p:spPr>
        <p:txBody>
          <a:bodyPr anchor="b">
            <a:norm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757" y="1053000"/>
            <a:ext cx="11835899" cy="5303349"/>
          </a:xfrm>
          <a:prstGeom prst="rect">
            <a:avLst/>
          </a:prstGeom>
        </p:spPr>
        <p:txBody>
          <a:bodyPr/>
          <a:lstStyle>
            <a:lvl1pPr marL="360680" indent="-360680"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4757" y="6356350"/>
            <a:ext cx="11259836" cy="365124"/>
          </a:xfrm>
        </p:spPr>
        <p:txBody>
          <a:bodyPr anchor="b">
            <a:norm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757" y="1053000"/>
            <a:ext cx="11835899" cy="5303349"/>
          </a:xfrm>
          <a:prstGeom prst="rect">
            <a:avLst/>
          </a:prstGeom>
        </p:spPr>
        <p:txBody>
          <a:bodyPr/>
          <a:lstStyle>
            <a:lvl1pPr marL="360680" indent="-360680"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4757" y="6356350"/>
            <a:ext cx="11259836" cy="365124"/>
          </a:xfrm>
        </p:spPr>
        <p:txBody>
          <a:bodyPr anchor="b">
            <a:norm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757" y="1053000"/>
            <a:ext cx="11835899" cy="5303349"/>
          </a:xfrm>
          <a:prstGeom prst="rect">
            <a:avLst/>
          </a:prstGeom>
        </p:spPr>
        <p:txBody>
          <a:bodyPr/>
          <a:lstStyle>
            <a:lvl1pPr marL="360680" indent="-360680"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4757" y="6356350"/>
            <a:ext cx="11259836" cy="365124"/>
          </a:xfrm>
        </p:spPr>
        <p:txBody>
          <a:bodyPr anchor="b">
            <a:norm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757" y="1053000"/>
            <a:ext cx="11835899" cy="5303349"/>
          </a:xfrm>
          <a:prstGeom prst="rect">
            <a:avLst/>
          </a:prstGeom>
        </p:spPr>
        <p:txBody>
          <a:bodyPr/>
          <a:lstStyle>
            <a:lvl1pPr marL="360680" indent="-360680"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4757" y="6356350"/>
            <a:ext cx="11259836" cy="365124"/>
          </a:xfrm>
        </p:spPr>
        <p:txBody>
          <a:bodyPr anchor="b">
            <a:norm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757" y="1053000"/>
            <a:ext cx="11835899" cy="5303349"/>
          </a:xfrm>
          <a:prstGeom prst="rect">
            <a:avLst/>
          </a:prstGeom>
        </p:spPr>
        <p:txBody>
          <a:bodyPr/>
          <a:lstStyle>
            <a:lvl1pPr marL="360680" indent="-360680"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4757" y="6356350"/>
            <a:ext cx="11259836" cy="365124"/>
          </a:xfrm>
        </p:spPr>
        <p:txBody>
          <a:bodyPr anchor="b">
            <a:norm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757" y="1053000"/>
            <a:ext cx="11835899" cy="5303349"/>
          </a:xfrm>
          <a:prstGeom prst="rect">
            <a:avLst/>
          </a:prstGeom>
        </p:spPr>
        <p:txBody>
          <a:bodyPr/>
          <a:lstStyle>
            <a:lvl1pPr marL="360680" indent="-360680"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4757" y="6356350"/>
            <a:ext cx="11259836" cy="365124"/>
          </a:xfrm>
        </p:spPr>
        <p:txBody>
          <a:bodyPr anchor="b">
            <a:norm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757" y="1053000"/>
            <a:ext cx="11835899" cy="5303349"/>
          </a:xfrm>
          <a:prstGeom prst="rect">
            <a:avLst/>
          </a:prstGeom>
        </p:spPr>
        <p:txBody>
          <a:bodyPr/>
          <a:lstStyle>
            <a:lvl1pPr marL="360680" indent="-360680"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4757" y="6356350"/>
            <a:ext cx="11259836" cy="365124"/>
          </a:xfrm>
        </p:spPr>
        <p:txBody>
          <a:bodyPr anchor="b">
            <a:norm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757" y="1053000"/>
            <a:ext cx="11835899" cy="5303349"/>
          </a:xfrm>
          <a:prstGeom prst="rect">
            <a:avLst/>
          </a:prstGeom>
        </p:spPr>
        <p:txBody>
          <a:bodyPr/>
          <a:lstStyle>
            <a:lvl1pPr marL="360680" indent="-360680"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4757" y="6356350"/>
            <a:ext cx="11259836" cy="365124"/>
          </a:xfrm>
        </p:spPr>
        <p:txBody>
          <a:bodyPr anchor="b">
            <a:norm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757" y="1053000"/>
            <a:ext cx="11835899" cy="5303349"/>
          </a:xfrm>
          <a:prstGeom prst="rect">
            <a:avLst/>
          </a:prstGeom>
        </p:spPr>
        <p:txBody>
          <a:bodyPr/>
          <a:lstStyle>
            <a:lvl1pPr marL="360680" indent="-360680"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4757" y="6356350"/>
            <a:ext cx="11259836" cy="365124"/>
          </a:xfrm>
        </p:spPr>
        <p:txBody>
          <a:bodyPr anchor="b">
            <a:norm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757" y="1053000"/>
            <a:ext cx="11835899" cy="5303349"/>
          </a:xfrm>
          <a:prstGeom prst="rect">
            <a:avLst/>
          </a:prstGeom>
        </p:spPr>
        <p:txBody>
          <a:bodyPr/>
          <a:lstStyle>
            <a:lvl1pPr marL="360680" indent="-360680"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4757" y="6356350"/>
            <a:ext cx="11259836" cy="365124"/>
          </a:xfrm>
        </p:spPr>
        <p:txBody>
          <a:bodyPr anchor="b">
            <a:norm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rgbClr val="33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C9B95-F00C-4D8E-8819-5BBE2BC641C3}" type="datetime1">
              <a:rPr lang="en-US" altLang="zh-CN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OFFICE OF ACADEMIC LINKS</a:t>
            </a:r>
            <a:endParaRPr 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20873" y="577623"/>
            <a:ext cx="3724275" cy="14001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1"/>
          <p:cNvSpPr txBox="1">
            <a:spLocks noChangeArrowheads="1"/>
          </p:cNvSpPr>
          <p:nvPr userDrawn="1"/>
        </p:nvSpPr>
        <p:spPr bwMode="auto">
          <a:xfrm>
            <a:off x="3647728" y="2852936"/>
            <a:ext cx="6292849" cy="646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3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31"/>
          <p:cNvSpPr txBox="1">
            <a:spLocks noChangeArrowheads="1"/>
          </p:cNvSpPr>
          <p:nvPr userDrawn="1"/>
        </p:nvSpPr>
        <p:spPr bwMode="auto">
          <a:xfrm>
            <a:off x="882652" y="276226"/>
            <a:ext cx="6292849" cy="646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36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3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n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 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0768"/>
            <a:ext cx="10515600" cy="4744026"/>
          </a:xfrm>
        </p:spPr>
        <p:txBody>
          <a:bodyPr/>
          <a:lstStyle>
            <a:lvl1pPr marL="539750" indent="-452755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n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685800" indent="-228600">
              <a:buClr>
                <a:schemeClr val="accent6">
                  <a:lumMod val="50000"/>
                </a:schemeClr>
              </a:buClr>
              <a:buFont typeface="Microsoft YaHei UI" panose="020B0503020204020204" pitchFamily="34" charset="-122"/>
              <a:buChar char="-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257300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600200" indent="-2286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057400" indent="-2286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 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7768" y="6356350"/>
            <a:ext cx="414563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0768"/>
            <a:ext cx="10515600" cy="4744026"/>
          </a:xfrm>
        </p:spPr>
        <p:txBody>
          <a:bodyPr/>
          <a:lstStyle>
            <a:lvl1pPr marL="539750" indent="-452755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n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685800" indent="-228600">
              <a:buClr>
                <a:schemeClr val="accent6">
                  <a:lumMod val="50000"/>
                </a:schemeClr>
              </a:buClr>
              <a:buFont typeface="Microsoft YaHei UI" panose="020B0503020204020204" pitchFamily="34" charset="-122"/>
              <a:buChar char="-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257300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600200" indent="-2286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057400" indent="-2286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 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7768" y="6356350"/>
            <a:ext cx="414563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0768"/>
            <a:ext cx="10515600" cy="4744026"/>
          </a:xfrm>
        </p:spPr>
        <p:txBody>
          <a:bodyPr/>
          <a:lstStyle>
            <a:lvl1pPr marL="539750" indent="-452755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n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685800" indent="-228600">
              <a:buClr>
                <a:schemeClr val="accent6">
                  <a:lumMod val="50000"/>
                </a:schemeClr>
              </a:buClr>
              <a:buFont typeface="Microsoft YaHei UI" panose="020B0503020204020204" pitchFamily="34" charset="-122"/>
              <a:buChar char="-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257300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600200" indent="-2286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057400" indent="-2286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 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7768" y="6356350"/>
            <a:ext cx="414563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0768"/>
            <a:ext cx="10515600" cy="4744026"/>
          </a:xfrm>
        </p:spPr>
        <p:txBody>
          <a:bodyPr/>
          <a:lstStyle>
            <a:lvl1pPr marL="539750" indent="-452755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n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685800" indent="-228600">
              <a:buClr>
                <a:schemeClr val="accent6">
                  <a:lumMod val="50000"/>
                </a:schemeClr>
              </a:buClr>
              <a:buFont typeface="Microsoft YaHei UI" panose="020B0503020204020204" pitchFamily="34" charset="-122"/>
              <a:buChar char="-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257300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600200" indent="-2286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057400" indent="-2286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 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7768" y="6356350"/>
            <a:ext cx="414563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0768"/>
            <a:ext cx="10515600" cy="4744026"/>
          </a:xfrm>
        </p:spPr>
        <p:txBody>
          <a:bodyPr/>
          <a:lstStyle>
            <a:lvl1pPr marL="539750" indent="-452755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n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685800" indent="-228600">
              <a:buClr>
                <a:schemeClr val="accent6">
                  <a:lumMod val="50000"/>
                </a:schemeClr>
              </a:buClr>
              <a:buFont typeface="Microsoft YaHei UI" panose="020B0503020204020204" pitchFamily="34" charset="-122"/>
              <a:buChar char="-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257300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600200" indent="-2286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057400" indent="-2286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 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7768" y="6356350"/>
            <a:ext cx="414563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0768"/>
            <a:ext cx="10515600" cy="4744026"/>
          </a:xfrm>
        </p:spPr>
        <p:txBody>
          <a:bodyPr/>
          <a:lstStyle>
            <a:lvl1pPr marL="539750" indent="-452755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n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685800" indent="-228600">
              <a:buClr>
                <a:schemeClr val="accent6">
                  <a:lumMod val="50000"/>
                </a:schemeClr>
              </a:buClr>
              <a:buFont typeface="Microsoft YaHei UI" panose="020B0503020204020204" pitchFamily="34" charset="-122"/>
              <a:buChar char="-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257300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600200" indent="-2286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057400" indent="-2286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 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7768" y="6356350"/>
            <a:ext cx="414563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0768"/>
            <a:ext cx="10515600" cy="4744026"/>
          </a:xfrm>
        </p:spPr>
        <p:txBody>
          <a:bodyPr/>
          <a:lstStyle>
            <a:lvl1pPr marL="539750" indent="-452755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n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685800" indent="-228600">
              <a:buClr>
                <a:schemeClr val="accent6">
                  <a:lumMod val="50000"/>
                </a:schemeClr>
              </a:buClr>
              <a:buFont typeface="Microsoft YaHei UI" panose="020B0503020204020204" pitchFamily="34" charset="-122"/>
              <a:buChar char="-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257300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600200" indent="-2286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057400" indent="-2286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 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7768" y="6356350"/>
            <a:ext cx="414563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0768"/>
            <a:ext cx="10515600" cy="4744026"/>
          </a:xfrm>
        </p:spPr>
        <p:txBody>
          <a:bodyPr/>
          <a:lstStyle>
            <a:lvl1pPr marL="539750" indent="-452755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n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685800" indent="-228600">
              <a:buClr>
                <a:schemeClr val="accent6">
                  <a:lumMod val="50000"/>
                </a:schemeClr>
              </a:buClr>
              <a:buFont typeface="Microsoft YaHei UI" panose="020B0503020204020204" pitchFamily="34" charset="-122"/>
              <a:buChar char="-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257300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600200" indent="-2286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057400" indent="-2286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 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7768" y="6356350"/>
            <a:ext cx="414563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0768"/>
            <a:ext cx="10515600" cy="4744026"/>
          </a:xfrm>
        </p:spPr>
        <p:txBody>
          <a:bodyPr/>
          <a:lstStyle>
            <a:lvl1pPr marL="539750" indent="-452755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n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685800" indent="-228600">
              <a:buClr>
                <a:schemeClr val="accent6">
                  <a:lumMod val="50000"/>
                </a:schemeClr>
              </a:buClr>
              <a:buFont typeface="Microsoft YaHei UI" panose="020B0503020204020204" pitchFamily="34" charset="-122"/>
              <a:buChar char="-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257300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600200" indent="-2286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057400" indent="-2286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 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7768" y="6356350"/>
            <a:ext cx="414563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0768"/>
            <a:ext cx="10515600" cy="4744026"/>
          </a:xfrm>
        </p:spPr>
        <p:txBody>
          <a:bodyPr/>
          <a:lstStyle>
            <a:lvl1pPr marL="539750" indent="-452755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n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685800" indent="-228600">
              <a:buClr>
                <a:schemeClr val="accent6">
                  <a:lumMod val="50000"/>
                </a:schemeClr>
              </a:buClr>
              <a:buFont typeface="Microsoft YaHei UI" panose="020B0503020204020204" pitchFamily="34" charset="-122"/>
              <a:buChar char="-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257300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600200" indent="-2286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057400" indent="-2286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 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7768" y="6356350"/>
            <a:ext cx="414563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0768"/>
            <a:ext cx="10515600" cy="4744026"/>
          </a:xfrm>
        </p:spPr>
        <p:txBody>
          <a:bodyPr/>
          <a:lstStyle>
            <a:lvl1pPr marL="539750" indent="-452755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n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685800" indent="-228600">
              <a:buClr>
                <a:schemeClr val="accent6">
                  <a:lumMod val="50000"/>
                </a:schemeClr>
              </a:buClr>
              <a:buFont typeface="Microsoft YaHei UI" panose="020B0503020204020204" pitchFamily="34" charset="-122"/>
              <a:buChar char="-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257300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600200" indent="-2286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057400" indent="-2286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 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7768" y="6356350"/>
            <a:ext cx="414563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0768"/>
            <a:ext cx="10515600" cy="4744026"/>
          </a:xfrm>
        </p:spPr>
        <p:txBody>
          <a:bodyPr/>
          <a:lstStyle>
            <a:lvl1pPr marL="539750" indent="-452755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n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685800" indent="-228600">
              <a:buClr>
                <a:schemeClr val="accent6">
                  <a:lumMod val="50000"/>
                </a:schemeClr>
              </a:buClr>
              <a:buFont typeface="Microsoft YaHei UI" panose="020B0503020204020204" pitchFamily="34" charset="-122"/>
              <a:buChar char="-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257300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600200" indent="-2286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057400" indent="-2286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 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7768" y="6356350"/>
            <a:ext cx="414563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0768"/>
            <a:ext cx="10515600" cy="4744026"/>
          </a:xfrm>
        </p:spPr>
        <p:txBody>
          <a:bodyPr/>
          <a:lstStyle>
            <a:lvl1pPr marL="539750" indent="-452755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n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685800" indent="-228600">
              <a:buClr>
                <a:schemeClr val="accent6">
                  <a:lumMod val="50000"/>
                </a:schemeClr>
              </a:buClr>
              <a:buFont typeface="Microsoft YaHei UI" panose="020B0503020204020204" pitchFamily="34" charset="-122"/>
              <a:buChar char="-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257300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600200" indent="-2286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057400" indent="-2286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 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7768" y="6356350"/>
            <a:ext cx="414563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0768"/>
            <a:ext cx="10515600" cy="4744026"/>
          </a:xfrm>
        </p:spPr>
        <p:txBody>
          <a:bodyPr/>
          <a:lstStyle>
            <a:lvl1pPr marL="539750" indent="-452755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n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685800" indent="-228600">
              <a:buClr>
                <a:schemeClr val="accent6">
                  <a:lumMod val="50000"/>
                </a:schemeClr>
              </a:buClr>
              <a:buFont typeface="Microsoft YaHei UI" panose="020B0503020204020204" pitchFamily="34" charset="-122"/>
              <a:buChar char="-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257300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600200" indent="-2286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057400" indent="-2286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 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7768" y="6356350"/>
            <a:ext cx="414563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0768"/>
            <a:ext cx="10515600" cy="4744026"/>
          </a:xfrm>
        </p:spPr>
        <p:txBody>
          <a:bodyPr/>
          <a:lstStyle>
            <a:lvl1pPr marL="539750" indent="-452755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n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685800" indent="-228600">
              <a:buClr>
                <a:schemeClr val="accent6">
                  <a:lumMod val="50000"/>
                </a:schemeClr>
              </a:buClr>
              <a:buFont typeface="Microsoft YaHei UI" panose="020B0503020204020204" pitchFamily="34" charset="-122"/>
              <a:buChar char="-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257300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600200" indent="-2286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057400" indent="-2286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 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7768" y="6356350"/>
            <a:ext cx="414563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0768"/>
            <a:ext cx="10515600" cy="4744026"/>
          </a:xfrm>
        </p:spPr>
        <p:txBody>
          <a:bodyPr/>
          <a:lstStyle>
            <a:lvl1pPr marL="539750" indent="-452755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n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685800" indent="-228600">
              <a:buClr>
                <a:schemeClr val="accent6">
                  <a:lumMod val="50000"/>
                </a:schemeClr>
              </a:buClr>
              <a:buFont typeface="Microsoft YaHei UI" panose="020B0503020204020204" pitchFamily="34" charset="-122"/>
              <a:buChar char="-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257300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600200" indent="-2286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057400" indent="-2286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 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7768" y="6356350"/>
            <a:ext cx="414563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0768"/>
            <a:ext cx="10515600" cy="4744026"/>
          </a:xfrm>
        </p:spPr>
        <p:txBody>
          <a:bodyPr/>
          <a:lstStyle>
            <a:lvl1pPr marL="539750" indent="-452755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n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685800" indent="-228600">
              <a:buClr>
                <a:schemeClr val="accent6">
                  <a:lumMod val="50000"/>
                </a:schemeClr>
              </a:buClr>
              <a:buFont typeface="Microsoft YaHei UI" panose="020B0503020204020204" pitchFamily="34" charset="-122"/>
              <a:buChar char="-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257300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600200" indent="-2286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057400" indent="-2286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 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7768" y="6356350"/>
            <a:ext cx="414563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0768"/>
            <a:ext cx="10515600" cy="4744026"/>
          </a:xfrm>
        </p:spPr>
        <p:txBody>
          <a:bodyPr/>
          <a:lstStyle>
            <a:lvl1pPr marL="539750" indent="-452755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n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685800" indent="-228600">
              <a:buClr>
                <a:schemeClr val="accent6">
                  <a:lumMod val="50000"/>
                </a:schemeClr>
              </a:buClr>
              <a:buFont typeface="Microsoft YaHei UI" panose="020B0503020204020204" pitchFamily="34" charset="-122"/>
              <a:buChar char="-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257300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600200" indent="-2286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057400" indent="-2286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 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7768" y="6356350"/>
            <a:ext cx="414563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0768"/>
            <a:ext cx="10515600" cy="4744026"/>
          </a:xfrm>
        </p:spPr>
        <p:txBody>
          <a:bodyPr/>
          <a:lstStyle>
            <a:lvl1pPr marL="539750" indent="-452755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n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685800" indent="-228600">
              <a:buClr>
                <a:schemeClr val="accent6">
                  <a:lumMod val="50000"/>
                </a:schemeClr>
              </a:buClr>
              <a:buFont typeface="Microsoft YaHei UI" panose="020B0503020204020204" pitchFamily="34" charset="-122"/>
              <a:buChar char="-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257300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600200" indent="-2286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057400" indent="-2286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 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7768" y="6356350"/>
            <a:ext cx="414563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0768"/>
            <a:ext cx="10515600" cy="4744026"/>
          </a:xfrm>
        </p:spPr>
        <p:txBody>
          <a:bodyPr/>
          <a:lstStyle>
            <a:lvl1pPr marL="539750" indent="-452755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n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685800" indent="-228600">
              <a:buClr>
                <a:schemeClr val="accent6">
                  <a:lumMod val="50000"/>
                </a:schemeClr>
              </a:buClr>
              <a:buFont typeface="Microsoft YaHei UI" panose="020B0503020204020204" pitchFamily="34" charset="-122"/>
              <a:buChar char="-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257300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600200" indent="-2286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057400" indent="-2286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 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7768" y="6356350"/>
            <a:ext cx="414563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0768"/>
            <a:ext cx="10515600" cy="4744026"/>
          </a:xfrm>
        </p:spPr>
        <p:txBody>
          <a:bodyPr/>
          <a:lstStyle>
            <a:lvl1pPr marL="539750" indent="-452755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n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685800" indent="-228600">
              <a:buClr>
                <a:schemeClr val="accent6">
                  <a:lumMod val="50000"/>
                </a:schemeClr>
              </a:buClr>
              <a:buFont typeface="Microsoft YaHei UI" panose="020B0503020204020204" pitchFamily="34" charset="-122"/>
              <a:buChar char="-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257300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600200" indent="-2286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057400" indent="-2286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 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7768" y="6356350"/>
            <a:ext cx="414563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707385"/>
            <a:ext cx="12192000" cy="49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707385"/>
            <a:ext cx="12192000" cy="49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707385"/>
            <a:ext cx="12192000" cy="49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居中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93301" y="140566"/>
            <a:ext cx="2095500" cy="715000"/>
          </a:xfrm>
          <a:prstGeom prst="rect">
            <a:avLst/>
          </a:prstGeom>
        </p:spPr>
      </p:pic>
      <p:sp>
        <p:nvSpPr>
          <p:cNvPr id="17" name="内容占位符 16"/>
          <p:cNvSpPr>
            <a:spLocks noGrp="1"/>
          </p:cNvSpPr>
          <p:nvPr>
            <p:ph sz="quarter" idx="10" hasCustomPrompt="1"/>
          </p:nvPr>
        </p:nvSpPr>
        <p:spPr>
          <a:xfrm>
            <a:off x="944718" y="204016"/>
            <a:ext cx="9815353" cy="58809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rgbClr val="21212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单击输入大标题</a:t>
            </a:r>
            <a:endParaRPr lang="zh-CN" altLang="en-US" dirty="0"/>
          </a:p>
        </p:txBody>
      </p:sp>
      <p:cxnSp>
        <p:nvCxnSpPr>
          <p:cNvPr id="1085" name="直接连接符 1084"/>
          <p:cNvCxnSpPr/>
          <p:nvPr userDrawn="1"/>
        </p:nvCxnSpPr>
        <p:spPr>
          <a:xfrm flipH="1">
            <a:off x="593524" y="790113"/>
            <a:ext cx="9242934" cy="23704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alphaModFix amt="4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170758"/>
            <a:ext cx="12192000" cy="1892900"/>
          </a:xfrm>
          <a:prstGeom prst="rect">
            <a:avLst/>
          </a:prstGeom>
        </p:spPr>
      </p:pic>
      <p:sp>
        <p:nvSpPr>
          <p:cNvPr id="6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9311640" y="63197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85F2257-E2B2-4799-8811-8040D5EA39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707385"/>
            <a:ext cx="12192000" cy="49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707385"/>
            <a:ext cx="12192000" cy="49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707385"/>
            <a:ext cx="12192000" cy="49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8" Type="http://schemas.openxmlformats.org/officeDocument/2006/relationships/theme" Target="../theme/theme1.xml"/><Relationship Id="rId67" Type="http://schemas.openxmlformats.org/officeDocument/2006/relationships/slideLayout" Target="../slideLayouts/slideLayout67.xml"/><Relationship Id="rId66" Type="http://schemas.openxmlformats.org/officeDocument/2006/relationships/slideLayout" Target="../slideLayouts/slideLayout66.xml"/><Relationship Id="rId65" Type="http://schemas.openxmlformats.org/officeDocument/2006/relationships/slideLayout" Target="../slideLayouts/slideLayout65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60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.xml"/><Relationship Id="rId59" Type="http://schemas.openxmlformats.org/officeDocument/2006/relationships/slideLayout" Target="../slideLayouts/slideLayout59.xml"/><Relationship Id="rId58" Type="http://schemas.openxmlformats.org/officeDocument/2006/relationships/slideLayout" Target="../slideLayouts/slideLayout58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.xml"/><Relationship Id="rId4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67913-9D75-44C5-A256-48B06377564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5DD25-454E-4F99-B1D0-E14FC71A79F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  <p:sldLayoutId id="2147483714" r:id="rId66"/>
    <p:sldLayoutId id="2147483715" r:id="rId6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9.jpeg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6770" y="115750"/>
            <a:ext cx="105474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+mj-cs"/>
              </a:rPr>
              <a:t>面向地下空间的无人车避障和路径规划算法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  <a:latin typeface="+mn-ea"/>
              <a:cs typeface="+mj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4800" y="879411"/>
            <a:ext cx="11628120" cy="1013783"/>
          </a:xfrm>
          <a:prstGeom prst="rect">
            <a:avLst/>
          </a:prstGeom>
          <a:solidFill>
            <a:schemeClr val="bg1"/>
          </a:solidFill>
          <a:ln>
            <a:solidFill>
              <a:srgbClr val="0549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1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随着地下空间开发利用的不断深入，无人车技术在地下矿井、地铁隧道等复杂环境中的应用前景广泛。本项目针对地下空间特殊环境，研发一种高效的</a:t>
            </a:r>
            <a:r>
              <a:rPr lang="zh-CN" altLang="en-US" sz="1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避障与路径规划算法</a:t>
            </a:r>
            <a:r>
              <a:rPr lang="zh-CN" altLang="en-US" sz="1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，以实现无人车在</a:t>
            </a:r>
            <a:r>
              <a:rPr lang="zh-CN" altLang="en-US" sz="1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复杂、狭窄</a:t>
            </a:r>
            <a:r>
              <a:rPr lang="zh-CN" altLang="en-US" sz="1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的地下空间中</a:t>
            </a:r>
            <a:r>
              <a:rPr lang="zh-CN" altLang="en-US" sz="1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自主导航</a:t>
            </a:r>
            <a:endParaRPr lang="zh-CN" altLang="en-US" sz="20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20157" y="1993969"/>
            <a:ext cx="2990460" cy="479851"/>
          </a:xfrm>
          <a:prstGeom prst="rect">
            <a:avLst/>
          </a:prstGeom>
          <a:solidFill>
            <a:srgbClr val="031F9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难点</a:t>
            </a:r>
            <a:endParaRPr lang="zh-CN" altLang="en-US" sz="22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3484052" y="1993969"/>
            <a:ext cx="4767395" cy="479851"/>
          </a:xfrm>
          <a:prstGeom prst="rect">
            <a:avLst/>
          </a:prstGeom>
          <a:solidFill>
            <a:srgbClr val="031F9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技术创新点</a:t>
            </a:r>
            <a:endParaRPr lang="zh-CN" altLang="en-US" sz="22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20156" y="2438718"/>
            <a:ext cx="2990203" cy="1176706"/>
          </a:xfrm>
          <a:prstGeom prst="rect">
            <a:avLst/>
          </a:prstGeom>
          <a:noFill/>
          <a:ln>
            <a:solidFill>
              <a:srgbClr val="031F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地下空间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光照不足、噪声污染较大、空间狭小</a:t>
            </a:r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车载芯片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算力有限</a:t>
            </a:r>
            <a:endParaRPr lang="en-US" altLang="zh-CN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3483979" y="2456249"/>
            <a:ext cx="4768770" cy="1155052"/>
          </a:xfrm>
          <a:prstGeom prst="rect">
            <a:avLst/>
          </a:prstGeom>
          <a:noFill/>
          <a:ln>
            <a:solidFill>
              <a:srgbClr val="031F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多角度改良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RRT*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寻路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算法和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L-DnCNN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降噪结合</a:t>
            </a:r>
            <a:endParaRPr lang="zh-CN" altLang="en-US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8428051" y="1995899"/>
            <a:ext cx="3516008" cy="479851"/>
          </a:xfrm>
          <a:prstGeom prst="rect">
            <a:avLst/>
          </a:prstGeom>
          <a:solidFill>
            <a:srgbClr val="031F9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研究成效</a:t>
            </a:r>
            <a:endParaRPr lang="zh-CN" altLang="en-US" sz="22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>
            <p:custDataLst>
              <p:tags r:id="rId4"/>
            </p:custDataLst>
          </p:nvPr>
        </p:nvSpPr>
        <p:spPr>
          <a:xfrm>
            <a:off x="8428050" y="2458179"/>
            <a:ext cx="3517023" cy="1155052"/>
          </a:xfrm>
          <a:prstGeom prst="rect">
            <a:avLst/>
          </a:prstGeom>
          <a:noFill/>
          <a:ln>
            <a:solidFill>
              <a:srgbClr val="031F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30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大幅降低计算负担，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加速响应，增强动态环境下的鲁棒性。</a:t>
            </a:r>
            <a:endParaRPr lang="zh-CN" altLang="en-US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-2147482623" name="图片 42" descr="The-proposed-framework-of-L-DnCNN-N-denotes-the-number-of-blocks-connected-b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7740" y="4228465"/>
            <a:ext cx="4545965" cy="15671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-2147482620" name="图片 16" descr="SharedScreenshot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590" y="3919855"/>
            <a:ext cx="3035300" cy="1949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 descr="23275189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0555" y="4292600"/>
            <a:ext cx="3663950" cy="14204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127.50094488188975,&quot;left&quot;:274.3290551181102,&quot;top&quot;:157.00543307086613,&quot;width&quot;:666.2278740157481}"/>
</p:tagLst>
</file>

<file path=ppt/tags/tag2.xml><?xml version="1.0" encoding="utf-8"?>
<p:tagLst xmlns:p="http://schemas.openxmlformats.org/presentationml/2006/main">
  <p:tag name="KSO_WM_DIAGRAM_VIRTUALLY_FRAME" val="{&quot;height&quot;:127.50094488188975,&quot;left&quot;:274.3290551181102,&quot;top&quot;:157.00543307086613,&quot;width&quot;:666.2278740157481}"/>
</p:tagLst>
</file>

<file path=ppt/tags/tag3.xml><?xml version="1.0" encoding="utf-8"?>
<p:tagLst xmlns:p="http://schemas.openxmlformats.org/presentationml/2006/main">
  <p:tag name="KSO_WM_DIAGRAM_VIRTUALLY_FRAME" val="{&quot;height&quot;:127.50094488188975,&quot;left&quot;:274.3290551181102,&quot;top&quot;:157.00543307086613,&quot;width&quot;:666.2278740157481}"/>
</p:tagLst>
</file>

<file path=ppt/tags/tag4.xml><?xml version="1.0" encoding="utf-8"?>
<p:tagLst xmlns:p="http://schemas.openxmlformats.org/presentationml/2006/main">
  <p:tag name="KSO_WM_DIAGRAM_VIRTUALLY_FRAME" val="{&quot;height&quot;:127.50094488188975,&quot;left&quot;:274.3290551181102,&quot;top&quot;:157.00543307086613,&quot;width&quot;:666.2278740157481}"/>
</p:tagLst>
</file>

<file path=ppt/tags/tag5.xml><?xml version="1.0" encoding="utf-8"?>
<p:tagLst xmlns:p="http://schemas.openxmlformats.org/presentationml/2006/main">
  <p:tag name="KSO_WPP_MARK_KEY" val="1d6df94f-1646-4f89-80a2-0eb1bfd3586a"/>
  <p:tag name="COMMONDATA" val="eyJoZGlkIjoiMzkyY2RhMTkxYTJlZjYxMzY0MjMzNTUwYzcwMmRkM2IifQ=="/>
</p:tagLst>
</file>

<file path=ppt/theme/theme1.xml><?xml version="1.0" encoding="utf-8"?>
<a:theme xmlns:a="http://schemas.openxmlformats.org/drawingml/2006/main" name="Office 主题​​">
  <a:themeElements>
    <a:clrScheme name="湖南大学蓝色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3A98"/>
      </a:accent1>
      <a:accent2>
        <a:srgbClr val="0379D8"/>
      </a:accent2>
      <a:accent3>
        <a:srgbClr val="1F98F9"/>
      </a:accent3>
      <a:accent4>
        <a:srgbClr val="468C48"/>
      </a:accent4>
      <a:accent5>
        <a:srgbClr val="F2840C"/>
      </a:accent5>
      <a:accent6>
        <a:srgbClr val="C00000"/>
      </a:accent6>
      <a:hlink>
        <a:srgbClr val="4472C4"/>
      </a:hlink>
      <a:folHlink>
        <a:srgbClr val="BFBFBF"/>
      </a:folHlink>
    </a:clrScheme>
    <a:fontScheme name="微软雅黑（答辩类1）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</Words>
  <Application>WPS 演示</Application>
  <PresentationFormat>自定义</PresentationFormat>
  <Paragraphs>17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Arial</vt:lpstr>
      <vt:lpstr>Microsoft YaHei UI</vt:lpstr>
      <vt:lpstr>Times New Roman</vt:lpstr>
      <vt:lpstr>Arial Unicode MS</vt:lpstr>
      <vt:lpstr>等线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志军 蒋</dc:creator>
  <cp:lastModifiedBy>姜南</cp:lastModifiedBy>
  <cp:revision>199</cp:revision>
  <dcterms:created xsi:type="dcterms:W3CDTF">2023-05-08T23:24:00Z</dcterms:created>
  <dcterms:modified xsi:type="dcterms:W3CDTF">2025-04-10T03:47:14Z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88337905E0C443A2ADD4F70CFAEEED8B_12</vt:lpwstr>
  </property>
  <property fmtid="{D5CDD505-2E9C-101B-9397-08002B2CF9AE}" pid="3" name="KSOProductBuildVer">
    <vt:lpwstr>2052-12.1.0.18912</vt:lpwstr>
  </property>
</Properties>
</file>